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nrope"/>
      <p:regular r:id="rId201314"/>
    </p:embeddedFont>
    <p:embeddedFont>
      <p:font typeface="Manrope Bold"/>
      <p:regular r:id="rId201315"/>
    </p:embeddedFont>
    <p:embeddedFont>
      <p:font typeface="Prat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6.png"/><Relationship Id="rId9" Type="http://schemas.openxmlformats.org/officeDocument/2006/relationships/image" Target="../media/image-4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Mzansi Escape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Navigate South Africa's Daily Challenges. Survive. Escape. Thrive.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0923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Game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1475" y="1537990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840957" y="1717477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Genre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0957" y="2100263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Third-person action/adventure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2730401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840957" y="2909888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Setting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0957" y="3292673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Iconic South African urban environments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3922812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840957" y="4102298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Loop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0957" y="4485084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→ Identify Hazards → Navigate → Survive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1475" y="5115223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404245"/>
          </a:solidFill>
          <a:ln/>
        </p:spPr>
      </p:sp>
      <p:sp>
        <p:nvSpPr>
          <p:cNvPr id="14" name="Text 11"/>
          <p:cNvSpPr/>
          <p:nvPr/>
        </p:nvSpPr>
        <p:spPr>
          <a:xfrm>
            <a:off x="840957" y="5294709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Tone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40957" y="5677495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Grounded realism with authentic SA culture and humour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22247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Mzansi React?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4633201" y="202574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5247449" y="2090638"/>
            <a:ext cx="2719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 Stories, Real Streets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47449" y="2870200"/>
            <a:ext cx="271922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Experience real South African urban life through interactive storytelling that puts you in the thick of it.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02903" y="202574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8817151" y="2090638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Authentic Hazards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817151" y="2574925"/>
            <a:ext cx="27193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Navigate challenges inspired by actual daily life: taxis, potholes, load-shedding — nothing is made up.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33201" y="4457898"/>
            <a:ext cx="425241" cy="42525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5247449" y="4522788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Culture at Every Corner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247449" y="5007074"/>
            <a:ext cx="6289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Celebrate SA culture through authentic dialogue, sounds, and environments that feel like home.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7153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Level 1: Johannesburg Street Run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548930"/>
            <a:ext cx="2917851" cy="12155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9364" y="2763341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549364" y="3247628"/>
            <a:ext cx="238744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Johannesburg streets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53470"/>
            <a:ext cx="2917851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9364" y="4167882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Challenge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4652169"/>
            <a:ext cx="23874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Navigate between moving minibus taxis to reach safety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8719" y="2548930"/>
            <a:ext cx="2917851" cy="1517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34723" y="2763341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Hazards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934723" y="3247628"/>
            <a:ext cx="23874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Speeding taxis, hooting sounds, potholes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18719" y="4255889"/>
            <a:ext cx="2917851" cy="15179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34723" y="4470301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Cultural Touch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934723" y="4954588"/>
            <a:ext cx="23874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Toyota Quantum taxis, Soweto towers, local shops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6438"/>
            <a:ext cx="6929661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Level 2: Inner-City Residential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49474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599109"/>
            <a:ext cx="6929661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16286"/>
            <a:ext cx="69296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095698"/>
            <a:ext cx="692966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Johannesburg residential streets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578894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828528"/>
            <a:ext cx="6929661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2945705"/>
            <a:ext cx="69296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Challenge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1475" y="3325118"/>
            <a:ext cx="692966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Avoid cars on the wrong lane of the highway — chaos is the only constant.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808313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4057948"/>
            <a:ext cx="6929661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175125"/>
            <a:ext cx="69296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Hazards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1475" y="4554538"/>
            <a:ext cx="692966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Unpredictable vehicle traffic coming from every direction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5037733"/>
            <a:ext cx="316301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5287367"/>
            <a:ext cx="6929661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404545"/>
            <a:ext cx="69296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Cultural Touch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1475" y="5783957"/>
            <a:ext cx="692966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Spaza shops, billboards, and the iconic Soweto towers on the horizon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3239" y="2673846"/>
            <a:ext cx="3020242" cy="1510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71489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Level 3: Parkstation Escape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575223"/>
            <a:ext cx="614248" cy="7370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27378" y="2698055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927378" y="2937867"/>
            <a:ext cx="560284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Johannesburg Parkstation — the heart of CBD chaos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312319"/>
            <a:ext cx="614248" cy="7370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27378" y="3435152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27378" y="3674963"/>
            <a:ext cx="560284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 coins scattered across the station to buy a bus ticket to Cape Town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4049415"/>
            <a:ext cx="614248" cy="7370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27378" y="4172248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Hazards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927378" y="4412059"/>
            <a:ext cx="560284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Evade </a:t>
            </a:r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pharas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(street criminals) while collecting — one wrong move and it's over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43460"/>
            <a:ext cx="3504219" cy="1971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978396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Level 4: Cape Town Water Crisis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348706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Mother City is running dry. Can you fix it before Day Zero hits?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863751"/>
            <a:ext cx="2175019" cy="29922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78931" y="299541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847608" y="3645198"/>
            <a:ext cx="174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847608" y="4129484"/>
            <a:ext cx="17462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Cape Town streets with Table Mountain looming in the background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863751"/>
            <a:ext cx="2175118" cy="29922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43056" y="299541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211634" y="3645198"/>
            <a:ext cx="1746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Challenge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211634" y="4129484"/>
            <a:ext cx="174630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mini-games to fix the water shortage before the supply bar empties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2863751"/>
            <a:ext cx="2175118" cy="29922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07181" y="299541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9575759" y="3645198"/>
            <a:ext cx="1746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Cultural Touch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9575759" y="4129484"/>
            <a:ext cx="17463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Water scarcity reality — South Africa's Day Zero crisis brought to life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1240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Level 5: Load-Shedding Darkness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2382540"/>
            <a:ext cx="2929360" cy="1370211"/>
          </a:xfrm>
          <a:prstGeom prst="roundRect">
            <a:avLst>
              <a:gd name="adj" fmla="val 1966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5412843" y="2562027"/>
            <a:ext cx="25703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12843" y="3013075"/>
            <a:ext cx="25703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Cape Town at night — pitch black, no power, no mercy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3923308"/>
            <a:ext cx="2929360" cy="1370211"/>
          </a:xfrm>
          <a:prstGeom prst="roundRect">
            <a:avLst>
              <a:gd name="adj" fmla="val 1966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5412843" y="4102795"/>
            <a:ext cx="25703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Challenge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2843" y="4553843"/>
            <a:ext cx="25703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Restore power through mini-games in complete darkness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07210" y="2382540"/>
            <a:ext cx="2929360" cy="1650305"/>
          </a:xfrm>
          <a:prstGeom prst="roundRect">
            <a:avLst>
              <a:gd name="adj" fmla="val 1632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8786692" y="2562027"/>
            <a:ext cx="25703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Hazards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786692" y="3013075"/>
            <a:ext cx="257039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Evade </a:t>
            </a:r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pharas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while navigating pitch-black streets with only a torch to guide you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7210" y="4203402"/>
            <a:ext cx="2929360" cy="1650305"/>
          </a:xfrm>
          <a:prstGeom prst="roundRect">
            <a:avLst>
              <a:gd name="adj" fmla="val 1632"/>
            </a:avLst>
          </a:prstGeom>
          <a:solidFill>
            <a:srgbClr val="404245"/>
          </a:solidFill>
          <a:ln/>
        </p:spPr>
      </p:sp>
      <p:sp>
        <p:nvSpPr>
          <p:cNvPr id="14" name="Text 11"/>
          <p:cNvSpPr/>
          <p:nvPr/>
        </p:nvSpPr>
        <p:spPr>
          <a:xfrm>
            <a:off x="8786692" y="4382889"/>
            <a:ext cx="25703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Cultural Touch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786692" y="4833938"/>
            <a:ext cx="257039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South Africa's electricity crisis — Stage 6 load-shedding brought to life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Pillars of Mzansi React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Navigation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Clear linear paths through complex, chaotic environments that reward sharp instincts and quick thinking.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Hazard Avoidance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Time-based, environmental, and moving obstacles that keep every second tense and unpredictable.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Cultural Immersion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Authentic SA sounds, visuals, language, and humour woven into every corner of every level.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Narrative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Story beats and NPC dialogue that build real meaning — these aren't just levels, they're lives.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18407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Your South African Adventure Awaits!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393223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Dive into the vibrant, challenging, and authentic streets of South Africa. Navigate daily hazards, immerse yourself in rich culture, and experience a game unlike any other.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2026-09-17T19:12:15Z</dcterms:created>
  <dcterms:modified xsi:type="dcterms:W3CDTF">2026-09-17T19:12:15Z</dcterms:modified>
</cp:coreProperties>
</file>